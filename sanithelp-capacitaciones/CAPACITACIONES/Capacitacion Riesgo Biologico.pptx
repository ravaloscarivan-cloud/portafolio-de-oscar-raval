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https://www.minsalud.gov.co/sites/rid/Lists/BibliotecaDigital/RIDE/VS/PP/ET/protocolo-pep-riesgo-biologico-its-vih-hepatitis-actualizacion-2025.pdf?ID=31448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https://www.minsalud.gov.co/sites/rid/Lists/BibliotecaDigital/RIDE/VS/PP/ET/protocolo-pep-riesgo-biologico-its-vih-hepatitis-actualizacion-2025.pdf?ID=31448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https://www.minsalud.gov.co/sites/rid/Lists/BibliotecaDigital/RIDE/VS/PP/ET/protocolo-pep-riesgo-biologico-its-vih-hepatitis-actualizacion-2025.pdf?ID=31448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https://www.minsalud.gov.co/sites/rid/Lists/BibliotecaDigital/RIDE/VS/PP/ET/protocolo-pep-riesgo-biologico-its-vih-hepatitis-actualizacion-2025.pdf?ID=31448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HELP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pic>
        <p:nvPicPr>
          <p:cNvPr id="5" name="Image 0" descr="/mnt/data/riesgo_biologico_capacitacio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452" y="292608"/>
            <a:ext cx="1133856" cy="868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65379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240">
            <a:solidFill>
              <a:srgbClr val="D8EEF2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5544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CAPACITACIÓN DE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BIOLÓGICO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2880360"/>
            <a:ext cx="56692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3364D"/>
                </a:solidFill>
              </a:rPr>
              <a:t>Prevención de la exposición a agentes biológicos y actuación segura ante accidentes ocupacionales.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960120" y="4224528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 de la capacitación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43800" y="1508760"/>
            <a:ext cx="3749040" cy="2057400"/>
          </a:xfrm>
          <a:prstGeom prst="rect">
            <a:avLst/>
          </a:prstGeom>
          <a:solidFill>
            <a:srgbClr val="EAF7FA"/>
          </a:solidFill>
          <a:ln w="15240">
            <a:solidFill>
              <a:srgbClr val="BFE7EC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73B6D"/>
                </a:solidFill>
              </a:rPr>
              <a:t>Reconocer las principales formas de exposición y aplicar medidas de bioseguridad para prevenir incidentes.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412480" y="3886200"/>
            <a:ext cx="2011680" cy="2011680"/>
          </a:xfrm>
          <a:prstGeom prst="ellipse">
            <a:avLst/>
          </a:prstGeom>
          <a:solidFill>
            <a:srgbClr val="DFF4F1"/>
          </a:solidFill>
          <a:ln w="16510">
            <a:solidFill>
              <a:srgbClr val="59C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45079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3B6D"/>
                </a:solidFill>
              </a:rPr>
              <a:t>BIO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315200" y="5961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A9B8"/>
                </a:solidFill>
              </a:rPr>
              <a:t>Prevenir la exposición es la primera barrera de protección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el riesgo biológico?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Es la posibilidad de exposición a microorganismos o material biológico capaz de causar daño a la salud.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Sangre y fluidos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130552"/>
            <a:ext cx="2560320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Contacto con sangre u otros fluidos potencialmente infecciosos durante procedimientos, limpieza o atención.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Cortopunzantes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3208" y="2130552"/>
            <a:ext cx="2560320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Punciones o cortes con agujas, bisturís u otros elementos contaminados.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55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A9B8"/>
          </a:solidFill>
          <a:ln w="12700">
            <a:solidFill>
              <a:srgbClr val="2FA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08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Mucosas y piel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0808" y="2130552"/>
            <a:ext cx="2560320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Salpicaduras en ojos, nariz o boca, o contacto con piel lesionada.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8404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40050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398678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Vía respiratoria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4408" y="4370832"/>
            <a:ext cx="256032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Algunos agentes pueden transmitirse por gotas o aerosoles, según el microorganismo y la actividad realizada.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40050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398678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Entorno contaminado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008" y="4370832"/>
            <a:ext cx="256032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Superficies, equipos o residuos mal gestionados pueden convertirse en fuentes de exposición.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34440" y="571500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B6D"/>
                </a:solidFill>
              </a:rPr>
              <a:t>El nivel de riesgo depende del agente, la vía de exposición, la actividad realizada y las medidas de control disponibles.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Bioseguridad: barreras que reducen la exposición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Las medidas de control deben aplicarse antes, durante y después de cada actividad con riesgo biológico.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922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773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Higiene de manos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157984"/>
            <a:ext cx="246888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Realizarla en los momentos indicados y después de retirar guantes.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2763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922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1773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EPP según el riesgo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38928" y="2157984"/>
            <a:ext cx="246888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Usar guantes, protección ocular, mascarilla u otros elementos según la tarea y la exposición esperada.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62763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17922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2248" y="1773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Manejo seguro de cortopunzantes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42248" y="2157984"/>
            <a:ext cx="246888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No reencapuchar agujas. Desecharlas de inmediato en el recipiente rígido destinado para este fin.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84048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40050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398678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Limpieza y desinfección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4408" y="4370832"/>
            <a:ext cx="265176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Aplicar los procedimientos definidos para superficies, equipos y derrames.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40050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398678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Vacunación y formación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3448" y="4370832"/>
            <a:ext cx="265176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Mantener esquemas ocupacionales definidos por la organización y participar en capacitaciones periódicas.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80160" y="571500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B4B"/>
                </a:solidFill>
              </a:rPr>
              <a:t>Principio clave: no asumir que una exposición “es pequeña”; toda situación debe manejarse con las precauciones definidas.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hacer ante una exposición ocupacional?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Actuar rápido permite evaluar el riesgo y definir oportunamente las medidas necesarias.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17904" y="169164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7904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DETENER Y LAVAR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23364D"/>
                </a:solidFill>
              </a:rPr>
              <a:t>Lava la zona expuesta con agua y jabón; si hubo salpicadura en mucosas, enjuaga con abundante agua.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31336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REPORTAR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11296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23364D"/>
                </a:solidFill>
              </a:rPr>
              <a:t>Informa de inmediato al responsable y activa la ruta interna de accidente de trabajo.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223760" y="169164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84264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VALORAR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64224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23364D"/>
                </a:solidFill>
              </a:rPr>
              <a:t>Acude a evaluación médica lo antes posible para determinar el tipo de exposición y el manejo requerido.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10076688" y="169164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76688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37192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SEGUIR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17152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23364D"/>
                </a:solidFill>
              </a:rPr>
              <a:t>Cumple las indicaciones, controles y seguimiento definidos por el personal de salud.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14400" y="489204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EAF7FA"/>
          </a:solidFill>
          <a:ln w="15240">
            <a:solidFill>
              <a:srgbClr val="BF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13892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73B6D"/>
                </a:solidFill>
              </a:rPr>
              <a:t>Compromiso: aplicar las medidas de bioseguridad, reportar de inmediato toda exposición y cumplir la ruta de atención y seguimiento establecida por SanitHelp.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2286000" y="60167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94B4B"/>
                </a:solidFill>
              </a:rPr>
              <a:t>Ante una exposición, no retrasar el reporte ni la valoración médica.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de riesgo biológico - SanitHelp</dc:title>
  <dc:subject>Capacitación de riesgo biológico</dc:subject>
  <dc:creator>OpenAI</dc:creator>
  <cp:lastModifiedBy>OpenAI</cp:lastModifiedBy>
  <cp:revision>1</cp:revision>
  <dcterms:created xsi:type="dcterms:W3CDTF">2026-10-27T15:37:31Z</dcterms:created>
  <dcterms:modified xsi:type="dcterms:W3CDTF">2026-10-27T15:37:31Z</dcterms:modified>
</cp:coreProperties>
</file>