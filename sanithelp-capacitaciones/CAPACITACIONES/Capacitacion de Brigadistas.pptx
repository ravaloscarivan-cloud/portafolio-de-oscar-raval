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https://www.funcionpublica.gov.co/eva/gestornormativo/norma_pdf.php?i=72173
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B7C6"/>
          </a:solidFill>
          <a:ln w="12700">
            <a:solidFill>
              <a:srgbClr val="42B7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65976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1404"/>
            <a:ext cx="27432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1404"/>
            <a:ext cx="27432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2184" y="320040"/>
            <a:ext cx="835473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85800"/>
            <a:ext cx="6492240" cy="5166360"/>
          </a:xfrm>
          <a:prstGeom prst="roundRect">
            <a:avLst>
              <a:gd name="adj" fmla="val 2124"/>
            </a:avLst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0120" y="13258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CAPACITACION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 BRIGADISTAS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87552" y="290779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F7FA"/>
                </a:solidFill>
              </a:rPr>
              <a:t>Preparacion, respuesta y trabajo en equipo ante emergencias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81812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A7C"/>
                </a:solidFill>
              </a:rPr>
              <a:t>Objetivo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18120" y="15727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313F"/>
                </a:solidFill>
              </a:rPr>
              <a:t>Fortalecer las competencias basicas para actuar de forma segura, coordinada y oportuna.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7635240" y="2468880"/>
            <a:ext cx="384048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36992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A7C"/>
                </a:solidFill>
              </a:rPr>
              <a:t>Un brigadista debe: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73568" y="3246120"/>
            <a:ext cx="30175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220" dirty="0">
                <a:solidFill>
                  <a:srgbClr val="22313F"/>
                </a:solidFill>
              </a:rPr>
              <a:t>Conocer el plan de emergencias.</a:t>
            </a:r>
            <a:endParaRPr lang="en-US" sz="1220" dirty="0"/>
          </a:p>
          <a:p>
            <a:r>
              <a:rPr lang="en-US" sz="1220" dirty="0">
                <a:solidFill>
                  <a:srgbClr val="22313F"/>
                </a:solidFill>
              </a:rPr>
              <a:t>Mantener la calma y seguir la cadena de mando.</a:t>
            </a:r>
            <a:endParaRPr lang="en-US" sz="1220" dirty="0"/>
          </a:p>
          <a:p>
            <a:r>
              <a:rPr lang="en-US" sz="1220" dirty="0">
                <a:solidFill>
                  <a:srgbClr val="22313F"/>
                </a:solidFill>
              </a:rPr>
              <a:t>Apoyar evacuacion, primeros auxilios y control inicial segun su entrenamiento.</a:t>
            </a:r>
            <a:endParaRPr lang="en-US" sz="1220" dirty="0"/>
          </a:p>
          <a:p>
            <a:r>
              <a:rPr lang="en-US" sz="1220" dirty="0">
                <a:solidFill>
                  <a:srgbClr val="22313F"/>
                </a:solidFill>
              </a:rPr>
              <a:t>Proteger su propia seguridad antes de intervenir.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1404"/>
            <a:ext cx="27432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4A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 y funciones del brigadista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381"/>
                </a:solidFill>
              </a:rPr>
              <a:t>La respuesta efectiva depende de conocer el rol antes de que ocurra la emergencia.</a:t>
            </a:r>
            <a:endParaRPr lang="en-US" sz="1250" dirty="0"/>
          </a:p>
        </p:txBody>
      </p:sp>
      <p:pic>
        <p:nvPicPr>
          <p:cNvPr id="4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2184" y="320040"/>
            <a:ext cx="835473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572768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737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2B7C6"/>
          </a:solidFill>
          <a:ln w="12700">
            <a:solidFill>
              <a:srgbClr val="42B7C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17190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4A7C"/>
                </a:solidFill>
              </a:rPr>
              <a:t>Prevencion y preparacion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41832" y="2286000"/>
            <a:ext cx="2962656" cy="3282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50" dirty="0">
                <a:solidFill>
                  <a:srgbClr val="22313F"/>
                </a:solidFill>
              </a:rPr>
              <a:t>Participar en inspecciones de seguridad.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Reconocer rutas, salidas, equipos y puntos de encuentro.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Asistir a entrenamientos y simulacros.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Reportar condiciones que puedan afectar la respuesta.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1688" y="1572768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37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1B84B"/>
          </a:solidFill>
          <a:ln w="12700">
            <a:solidFill>
              <a:srgbClr val="F1B8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17190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4A7C"/>
                </a:solidFill>
              </a:rPr>
              <a:t>Durante la emergencia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617720" y="2286000"/>
            <a:ext cx="2962656" cy="3282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50" dirty="0">
                <a:solidFill>
                  <a:srgbClr val="22313F"/>
                </a:solidFill>
              </a:rPr>
              <a:t>Dar aviso y activar la respuesta.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Guiar la evacuacion sin correr ni generar panico.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Apoyar solo dentro de su nivel de formacion.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Coordinar con otros brigadistas y responsables.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37576" y="1572768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02168" y="1737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8B6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0808" y="17190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4A7C"/>
                </a:solidFill>
              </a:rPr>
              <a:t>Despues del evento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93608" y="2286000"/>
            <a:ext cx="2962656" cy="3282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50" dirty="0">
                <a:solidFill>
                  <a:srgbClr val="22313F"/>
                </a:solidFill>
              </a:rPr>
              <a:t>Verificar personas y novedades.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Apoyar el reporte del evento.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Participar en la evaluacion del simulacro o emergencia.</a:t>
            </a:r>
            <a:endParaRPr lang="en-US" sz="1150" dirty="0"/>
          </a:p>
          <a:p>
            <a:r>
              <a:rPr lang="en-US" sz="1150" dirty="0">
                <a:solidFill>
                  <a:srgbClr val="22313F"/>
                </a:solidFill>
              </a:rPr>
              <a:t>Proponer acciones de mejora y reposicion de recursos.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1404"/>
            <a:ext cx="27432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4A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actuar ante una emergencia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381"/>
                </a:solidFill>
              </a:rPr>
              <a:t>Secuencia basica para no improvisar.</a:t>
            </a:r>
            <a:endParaRPr lang="en-US" sz="1250" dirty="0"/>
          </a:p>
        </p:txBody>
      </p:sp>
      <p:pic>
        <p:nvPicPr>
          <p:cNvPr id="4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2184" y="320040"/>
            <a:ext cx="835473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" y="1618488"/>
            <a:ext cx="621792" cy="621792"/>
          </a:xfrm>
          <a:prstGeom prst="ellipse">
            <a:avLst/>
          </a:prstGeom>
          <a:solidFill>
            <a:srgbClr val="42B7C6"/>
          </a:solidFill>
          <a:ln w="12700">
            <a:solidFill>
              <a:srgbClr val="42B7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1746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64208" y="1572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4A7C"/>
                </a:solidFill>
              </a:rPr>
              <a:t>PROTEGER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246120" y="1572768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313F"/>
                </a:solidFill>
              </a:rPr>
              <a:t>Evalua la escena. No te expongas a un peligro que supere tu entrenamiento.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1152144" y="2258568"/>
            <a:ext cx="0" cy="393192"/>
          </a:xfrm>
          <a:prstGeom prst="line">
            <a:avLst/>
          </a:prstGeom>
          <a:noFill/>
          <a:ln w="25400">
            <a:solidFill>
              <a:srgbClr val="B9D9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2761488"/>
            <a:ext cx="621792" cy="621792"/>
          </a:xfrm>
          <a:prstGeom prst="ellipse">
            <a:avLst/>
          </a:prstGeom>
          <a:solidFill>
            <a:srgbClr val="42B7C6"/>
          </a:solidFill>
          <a:ln w="12700">
            <a:solidFill>
              <a:srgbClr val="42B7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889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64208" y="2715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4A7C"/>
                </a:solidFill>
              </a:rPr>
              <a:t>ALERTAR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3246120" y="2715768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313F"/>
                </a:solidFill>
              </a:rPr>
              <a:t>Activa la alarma y comunica que sucede, donde ocurre y que apoyo se requiere.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1152144" y="3401568"/>
            <a:ext cx="0" cy="393192"/>
          </a:xfrm>
          <a:prstGeom prst="line">
            <a:avLst/>
          </a:prstGeom>
          <a:noFill/>
          <a:ln w="25400">
            <a:solidFill>
              <a:srgbClr val="B9D9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3904488"/>
            <a:ext cx="621792" cy="621792"/>
          </a:xfrm>
          <a:prstGeom prst="ellipse">
            <a:avLst/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032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64208" y="3858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4A7C"/>
                </a:solidFill>
              </a:rPr>
              <a:t>ACTUAR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3246120" y="3858768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313F"/>
                </a:solidFill>
              </a:rPr>
              <a:t>Aplica el procedimiento asignado: evacuacion, primeros auxilios o apoyo inicial.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1152144" y="4544568"/>
            <a:ext cx="0" cy="393192"/>
          </a:xfrm>
          <a:prstGeom prst="line">
            <a:avLst/>
          </a:prstGeom>
          <a:noFill/>
          <a:ln w="25400">
            <a:solidFill>
              <a:srgbClr val="B9D9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" y="5047488"/>
            <a:ext cx="621792" cy="621792"/>
          </a:xfrm>
          <a:prstGeom prst="ellipse">
            <a:avLst/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175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64208" y="5001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4A7C"/>
                </a:solidFill>
              </a:rPr>
              <a:t>COORDINAR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3246120" y="5001768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313F"/>
                </a:solidFill>
              </a:rPr>
              <a:t>Mantente en comunicacion, sigue instrucciones y entrega informacion al apoyo externo.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868680" y="5897880"/>
            <a:ext cx="10881360" cy="438912"/>
          </a:xfrm>
          <a:prstGeom prst="roundRect">
            <a:avLst>
              <a:gd name="adj" fmla="val 16667"/>
            </a:avLst>
          </a:prstGeom>
          <a:solidFill>
            <a:srgbClr val="EAF7F9"/>
          </a:solidFill>
          <a:ln w="12700">
            <a:solidFill>
              <a:srgbClr val="EAF7F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97280" y="5998464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44A7C"/>
                </a:solidFill>
              </a:rPr>
              <a:t>Regla clave: una emergencia no se enfrenta en solitario. La prioridad es la vida y la coordinacion segura.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1404"/>
            <a:ext cx="27432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4A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Entrenamiento, simulacros y compromiso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381"/>
                </a:solidFill>
              </a:rPr>
              <a:t>La brigada mejora cuando practica, evalua y corrige.</a:t>
            </a:r>
            <a:endParaRPr lang="en-US" sz="1250" dirty="0"/>
          </a:p>
        </p:txBody>
      </p:sp>
      <p:pic>
        <p:nvPicPr>
          <p:cNvPr id="4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2184" y="320040"/>
            <a:ext cx="835473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572768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4128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4A7C"/>
                </a:solidFill>
              </a:rPr>
              <a:t>El ciclo de mejora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05840" y="242316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42B7C6"/>
          </a:solidFill>
          <a:ln w="12700">
            <a:solidFill>
              <a:srgbClr val="42B7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5328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Capacitar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33472" y="25054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</a:rPr>
              <a:t>Conocimientos y roles</a:t>
            </a:r>
            <a:endParaRPr lang="en-US" sz="1210" dirty="0"/>
          </a:p>
        </p:txBody>
      </p:sp>
      <p:sp>
        <p:nvSpPr>
          <p:cNvPr id="10" name="Shape 7"/>
          <p:cNvSpPr/>
          <p:nvPr/>
        </p:nvSpPr>
        <p:spPr>
          <a:xfrm>
            <a:off x="1005840" y="31729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2826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Practicar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33472" y="32552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</a:rPr>
              <a:t>Ejercicios y simulacros</a:t>
            </a:r>
            <a:endParaRPr lang="en-US" sz="1210" dirty="0"/>
          </a:p>
        </p:txBody>
      </p:sp>
      <p:sp>
        <p:nvSpPr>
          <p:cNvPr id="13" name="Shape 10"/>
          <p:cNvSpPr/>
          <p:nvPr/>
        </p:nvSpPr>
        <p:spPr>
          <a:xfrm>
            <a:off x="1005840" y="3922776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42B7C6"/>
          </a:solidFill>
          <a:ln w="12700">
            <a:solidFill>
              <a:srgbClr val="42B7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40325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4005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</a:rPr>
              <a:t>Tiempos, fallas y coordinacion</a:t>
            </a:r>
            <a:endParaRPr lang="en-US" sz="1210" dirty="0"/>
          </a:p>
        </p:txBody>
      </p:sp>
      <p:sp>
        <p:nvSpPr>
          <p:cNvPr id="16" name="Shape 13"/>
          <p:cNvSpPr/>
          <p:nvPr/>
        </p:nvSpPr>
        <p:spPr>
          <a:xfrm>
            <a:off x="1005840" y="467258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4782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Mejorar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33472" y="47548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22313F"/>
                </a:solidFill>
              </a:rPr>
              <a:t>Acciones y nuevos entrenamientos</a:t>
            </a:r>
            <a:endParaRPr lang="en-US" sz="1210" dirty="0"/>
          </a:p>
        </p:txBody>
      </p:sp>
      <p:sp>
        <p:nvSpPr>
          <p:cNvPr id="19" name="Shape 16"/>
          <p:cNvSpPr/>
          <p:nvPr/>
        </p:nvSpPr>
        <p:spPr>
          <a:xfrm>
            <a:off x="6309360" y="1572768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19568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Compromiso del brigadista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711696" y="2596896"/>
            <a:ext cx="41605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EAF7F9"/>
                </a:solidFill>
              </a:rPr>
              <a:t>Participar en las capacitaciones y simulacros, conocer los procedimientos de emergencia, mantener disponibles los recursos asignados y actuar de forma responsable, segura y coordinada dentro de los limites de su entrenamiento.</a:t>
            </a:r>
            <a:endParaRPr lang="en-US" sz="1430" dirty="0"/>
          </a:p>
        </p:txBody>
      </p:sp>
      <p:sp>
        <p:nvSpPr>
          <p:cNvPr id="22" name="Text 19"/>
          <p:cNvSpPr/>
          <p:nvPr/>
        </p:nvSpPr>
        <p:spPr>
          <a:xfrm>
            <a:off x="6720840" y="47091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La preparacion transforma la reaccion en una respuesta organizada.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61404"/>
            <a:ext cx="27432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Capacitacion de brigadistas</dc:title>
  <dc:subject>Capacitacion de brigadistas - SanitHelp</dc:subject>
  <dc:creator>OpenAI</dc:creator>
  <cp:lastModifiedBy>OpenAI</cp:lastModifiedBy>
  <cp:revision>1</cp:revision>
  <dcterms:created xsi:type="dcterms:W3CDTF">2026-10-27T15:51:15Z</dcterms:created>
  <dcterms:modified xsi:type="dcterms:W3CDTF">2026-10-27T15:51:15Z</dcterms:modified>
</cp:coreProperties>
</file>