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https://www.mintrabajo.gov.co/relaciones-laborales/riesgos-laborales/sistema-de-gestion-de-seguridad-y-salud-en-el-trabajo
- https://www.funcionpublica.gov.co/eva/gestornormativo/norma_pdf.php?i=72173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5786"/>
          </a:solidFill>
          <a:ln w="12700">
            <a:solidFill>
              <a:srgbClr val="2357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0256"/>
            <a:ext cx="4846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• Seguridad y Salud en el Trabajo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78" y="594360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4708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5786"/>
                </a:solidFill>
              </a:rPr>
              <a:t>Inspecciones de seguridad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58368" y="24871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5B6C8"/>
                </a:solidFill>
              </a:rPr>
              <a:t>y reporte de condiciones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3182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67A1"/>
                </a:solidFill>
              </a:rPr>
              <a:t>Capacitación para colaboradores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7673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88C"/>
                </a:solidFill>
              </a:rPr>
              <a:t>Observar • Reportar • Corregir • Prevenir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29400" y="1234440"/>
            <a:ext cx="4663440" cy="4343400"/>
          </a:xfrm>
          <a:prstGeom prst="roundRect">
            <a:avLst>
              <a:gd name="adj" fmla="val 2105"/>
            </a:avLst>
          </a:prstGeom>
          <a:solidFill>
            <a:srgbClr val="F1F8FA"/>
          </a:solidFill>
          <a:ln w="15240">
            <a:solidFill>
              <a:srgbClr val="C9DFE5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828800"/>
            <a:ext cx="1600200" cy="16002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2357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06256" y="3456432"/>
            <a:ext cx="530352" cy="530352"/>
          </a:xfrm>
          <a:prstGeom prst="line">
            <a:avLst/>
          </a:prstGeom>
          <a:noFill/>
          <a:ln w="76200">
            <a:solidFill>
              <a:srgbClr val="235786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9464040" y="1874520"/>
            <a:ext cx="123444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55B6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46920" y="2267712"/>
            <a:ext cx="164592" cy="164592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21240" y="21945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5786"/>
                </a:solidFill>
              </a:rPr>
              <a:t>Área segura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646920" y="2770632"/>
            <a:ext cx="164592" cy="164592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21240" y="26974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5786"/>
                </a:solidFill>
              </a:rPr>
              <a:t>Orden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46920" y="3273552"/>
            <a:ext cx="164592" cy="164592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21240" y="32004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5786"/>
                </a:solidFill>
              </a:rPr>
              <a:t>Condición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22376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Detectar a tiempo evita que una condición se convierta en un incidente.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Objetivos de la capacitación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¿Qué debemos saber y hacer?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581912"/>
            <a:ext cx="91440" cy="15453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Identificar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984248"/>
            <a:ext cx="29260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Reconocer condiciones que puedan generar lesión, daño, interrupción o pérdida durante el trabajo.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581912"/>
            <a:ext cx="91440" cy="15453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Inspeccionar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27448" y="1984248"/>
            <a:ext cx="29260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Aplicar una observación ordenada del lugar, equipos, herramientas, procesos y comportamiento seguro.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581912"/>
            <a:ext cx="91440" cy="15453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Reportar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5048" y="1984248"/>
            <a:ext cx="2926080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Comunicar oportunamente lo encontrado, con información suficiente para priorizar y corregir.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280160" y="4069080"/>
            <a:ext cx="9646920" cy="1143000"/>
          </a:xfrm>
          <a:prstGeom prst="roundRect">
            <a:avLst>
              <a:gd name="adj" fmla="val 6400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0" y="4407408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Meta: fortalecer la cultura preventiva y la participación de todos en el SG-SST.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es una inspección de seguridad?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Una herramienta preventiva del SG-SST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5087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47548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35786"/>
                </a:solidFill>
              </a:rPr>
              <a:t>Es una revisión sistemática del trabajo para identificar peligros, desviaciones o condiciones que requieren intervención antes de que generen un evento no deseado.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7280" y="3886200"/>
            <a:ext cx="47548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B6C8"/>
                </a:solidFill>
              </a:rPr>
              <a:t>No es “buscar culpables”. Es observar, aprender y actuar sobre las causas y controles.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06640" y="16916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55B6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36992" y="1929384"/>
            <a:ext cx="566928" cy="566928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Personas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555480" y="16916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4B67A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85832" y="1929384"/>
            <a:ext cx="566928" cy="566928"/>
          </a:xfrm>
          <a:prstGeom prst="ellipse">
            <a:avLst/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Equipos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06640" y="379476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59A96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36992" y="4032504"/>
            <a:ext cx="566928" cy="566928"/>
          </a:xfrm>
          <a:prstGeom prst="ellipse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0" y="4736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Ambiente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555480" y="379476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85832" y="4032504"/>
            <a:ext cx="566928" cy="56692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4736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Procesos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debemos observar?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Una inspección mira el sistema completo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3258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90472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904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Orden y aseo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92808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Pasillos despejados, almacenamiento estable, residuos controlados.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90472"/>
            <a:ext cx="91440" cy="99669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904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Instalaciones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92808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Pisos, escaleras, iluminación, señalización, salidas y accesos.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Equipos y herramientas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Estado, protecciones, mantenimiento, cables, uso previsto.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5508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Sustancias y materiales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Identificación, almacenamiento, derrames, manipulación segura.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" y="4471416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36008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36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Ergonomía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38344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Posturas, alturas, movimientos repetitivos, manipulación de cargas.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55080" y="4471416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36008"/>
            <a:ext cx="91440" cy="99669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36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Emergencias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38344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Extintores accesibles, rutas libres, botiquín y equipos disponibles.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Condición peligrosa: ¿qué reportar?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Ejemplos que requieren atención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627632"/>
            <a:ext cx="402336" cy="402336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Cable deteriorado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15798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Puede generar contacto eléctrico o falla del equipo.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48056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627632"/>
            <a:ext cx="402336" cy="40233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Derrame o piso húmedo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4880" y="215798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Aumenta la probabilidad de caída al mismo nivel.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827532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1627632"/>
            <a:ext cx="402336" cy="402336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0" y="1591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Salida obstruida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49640" y="215798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Dificulta una evacuación rápida y segura.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68580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3776472"/>
            <a:ext cx="402336" cy="40233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63040" y="3739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Carga mal almacenada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430682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Puede caer, colapsar o bloquear zonas de tránsito.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448056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776472"/>
            <a:ext cx="402336" cy="402336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0" y="3739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Equipo sin protección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54880" y="430682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Expone a partes móviles, cortantes o puntos de atrapamiento.</a:t>
            </a:r>
            <a:endParaRPr lang="en-US" sz="1230" dirty="0"/>
          </a:p>
        </p:txBody>
      </p:sp>
      <p:sp>
        <p:nvSpPr>
          <p:cNvPr id="25" name="Shape 22"/>
          <p:cNvSpPr/>
          <p:nvPr/>
        </p:nvSpPr>
        <p:spPr>
          <a:xfrm>
            <a:off x="827532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03920" y="3776472"/>
            <a:ext cx="402336" cy="40233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52560" y="37398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Iluminación deficiente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549640" y="4306824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E68"/>
                </a:solidFill>
              </a:rPr>
              <a:t>Afecta la visibilidad y aumenta errores o tropiezos.</a:t>
            </a:r>
            <a:endParaRPr lang="en-US" sz="1230" dirty="0"/>
          </a:p>
        </p:txBody>
      </p:sp>
      <p:sp>
        <p:nvSpPr>
          <p:cNvPr id="29" name="Text 26"/>
          <p:cNvSpPr/>
          <p:nvPr/>
        </p:nvSpPr>
        <p:spPr>
          <a:xfrm>
            <a:off x="1188720" y="56235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5786"/>
                </a:solidFill>
              </a:rPr>
              <a:t>Regla práctica: si algo puede causar daño, interrumpir el trabajo o reducir la eficacia de un control, repórtalo.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Cómo realizar una inspección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Antes • Durante • Después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3246120" cy="731520"/>
          </a:xfrm>
          <a:prstGeom prst="chevron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700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788920"/>
            <a:ext cx="26974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Definir área y alcance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Revisar inspecciones previas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Llevar lista de verificación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Conocer los peligros principales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45152" y="1508760"/>
            <a:ext cx="3246120" cy="731520"/>
          </a:xfrm>
          <a:prstGeom prst="chevron">
            <a:avLst/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73752" y="1700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DURANTE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645152" y="24231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2788920"/>
            <a:ext cx="26974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Observar sin interferir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Hablar con quienes realizan la tarea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Registrar ubicación y evidencia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Controlar de inmediato lo urgente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67344" y="1508760"/>
            <a:ext cx="3246120" cy="731520"/>
          </a:xfrm>
          <a:prstGeom prst="chevron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95944" y="1700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DESPUÉS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467344" y="24231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1664" y="2788920"/>
            <a:ext cx="26974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Clasificar hallazgos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Asignar responsable y plazo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Hacer seguimiento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E68"/>
                </a:solidFill>
              </a:rPr>
              <a:t>Cerrar solo cuando exista evidencia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Cómo hacer un buen reporte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Información clara = respuesta más rápida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490472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490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¿Qué observaste?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892808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Describe la condición concreta, sin suposiciones.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90472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90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¿Dónde está?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92808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Área, punto, equipo o proceso exacto.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2953512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3118104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1181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¿Qué riesgo genera?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568" y="3520440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Explica qué podría pasar y a quién podría afectar.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55080" y="2953512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118104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1181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4. Evidencia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520440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Foto o dato útil, sin exponerte para obtenerlo.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1520" y="4581144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6112" y="4745736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745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5. Acción inmediata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5568" y="5148072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Indica si aislaste, señalizaste o detuviste una tarea de forma segura.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55080" y="4581144"/>
            <a:ext cx="52120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745736"/>
            <a:ext cx="91440" cy="1024128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74573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6. Seguimiento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148072"/>
            <a:ext cx="4617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Canaliza a SST/líder y verifica que el hallazgo quede gestionado.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¿Cuándo actuar de inmediato?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Primero protege a las personas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240">
            <a:solidFill>
              <a:srgbClr val="F1C2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691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A16"/>
                </a:solidFill>
              </a:rPr>
              <a:t>Cuando exista peligro evidente e inmediato, no esperes al cierre administrativo del reporte: controla el acceso, informa y solicita intervención.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600200" y="2907792"/>
            <a:ext cx="777240" cy="7772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Detente y evalúa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4315968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No te expongas para “comprobar” el peligro.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907792"/>
            <a:ext cx="777240" cy="7772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1188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Aísla o señaliza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49040" y="4315968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Solo si puedes hacerlo de forma segura.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2907792"/>
            <a:ext cx="777240" cy="777240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24928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0080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Informa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315968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Notifica al responsable del área y a SST.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966960" y="2907792"/>
            <a:ext cx="777240" cy="777240"/>
          </a:xfrm>
          <a:prstGeom prst="ellipse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13848" y="3072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18972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Registra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26880" y="4315968"/>
            <a:ext cx="2057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Deja evidencia suficiente para gestionar y cerrar.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Responsabilidades compartidas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La prevención funciona cuando todos participan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41832" y="1581912"/>
            <a:ext cx="91440" cy="38313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15819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Colaboradores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61288" y="1984248"/>
            <a:ext cx="27889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Cumplir controles y procedimientos seguros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Reportar condiciones y cambios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Participar en inspecciones cuando corresponda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No retirar protecciones ni improvisar controles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581912"/>
            <a:ext cx="91440" cy="38313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456" y="15819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Líderes de proceso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91456" y="1984248"/>
            <a:ext cx="27889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Facilitar la corrección de hallazgos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Definir responsables y plazos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Asegurar recursos para controles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Verificar que el cierre sea real y sostenible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28432" y="141732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93024" y="1581912"/>
            <a:ext cx="91440" cy="38313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15819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SST / responsable del SG-SST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0" y="1984248"/>
            <a:ext cx="2788920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Orientar la metodología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Analizar tendencias y recurrencias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Apoyar priorización de controles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• Conservar evidencias y hacer seguimiento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Ejercicio práctico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Del hallazgo al cierre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6C8"/>
                </a:solidFill>
              </a:rPr>
              <a:t>ESCENARIO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240280"/>
            <a:ext cx="29718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En un pasillo de circulación se observa una caja sobresaliendo de una estantería y reduciendo el espacio de paso.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28803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Pregúntate: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puede pasar?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acción inmediata es segura?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debe contener el reporte?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¿Cómo se verifica el cierre?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92040" y="132588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56632" y="149047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76088" y="1490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Hallazgo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76088" y="1892808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Caja invade zona de paso.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892040" y="2496312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56632" y="2660904"/>
            <a:ext cx="91440" cy="63093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76088" y="26609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Riesgo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76088" y="3063240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Golpe, tropiezo o caída de material.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92040" y="3666744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56632" y="3831336"/>
            <a:ext cx="91440" cy="6309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76088" y="38313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Acción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76088" y="4233672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Corregir/aislar si es seguro e informar.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892040" y="4837176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56632" y="5001768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6088" y="50017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Cierre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76088" y="5404104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</a:rPr>
              <a:t>Reubicar y verificar estabilidad/orden.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Mensajes clave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La inspección termina cuando el hallazgo se controla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OBSERVA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23160" y="1700784"/>
            <a:ext cx="3154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Mira más allá de lo evidente: cambios, deterioro, obstáculos y controles faltantes.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783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67A1"/>
                </a:solidFill>
              </a:rPr>
              <a:t>REPORTA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0" y="1700784"/>
            <a:ext cx="3154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Sé claro, oportuno y específico. Un buen reporte facilita la intervención.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931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</a:rPr>
              <a:t>ACTÚA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423160" y="3849624"/>
            <a:ext cx="3154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Ante peligro inmediato, protege primero a las personas y comunica.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931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A96A"/>
                </a:solidFill>
              </a:rPr>
              <a:t>VERIFICA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0" y="3849624"/>
            <a:ext cx="3154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No confundas “enviado” con “cerrado”: confirma que la condición fue controlada.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194560" y="57150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5786"/>
                </a:solidFill>
              </a:rPr>
              <a:t>Tu reporte puede evitar un accidente.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Inspecciones de seguridad y reporte de condiciones - SanitHelp</dc:title>
  <dc:subject>Inspecciones de seguridad y reporte de condiciones</dc:subject>
  <dc:creator>OpenAI</dc:creator>
  <cp:lastModifiedBy>OpenAI</cp:lastModifiedBy>
  <cp:revision>1</cp:revision>
  <dcterms:created xsi:type="dcterms:W3CDTF">2026-10-26T18:21:47Z</dcterms:created>
  <dcterms:modified xsi:type="dcterms:W3CDTF">2026-10-26T18:21:47Z</dcterms:modified>
</cp:coreProperties>
</file>