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https://www.minsalud.gov.co/Ministerio/Institucional/Procesos%20y%20procedimientos/GTHS15.pdf
https://www.who.int/europe/publications/i/item/9789240014886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https://www.minsalud.gov.co/Ministerio/Institucional/Procesos%20y%20procedimientos/GTHS15.pdf
https://www.who.int/europe/publications/i/item/9789240014886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https://www.minsalud.gov.co/Ministerio/Institucional/Procesos%20y%20procedimientos/GTHS15.pdf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https://www.minsalud.gov.co/Ministerio/Institucional/Procesos%20y%20procedimientos/GTHS15.pdf
https://www.who.int/europe/publications/i/item/9789240014886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06B9E"/>
          </a:solidFill>
          <a:ln w="12700">
            <a:solidFill>
              <a:srgbClr val="506B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391656"/>
          </a:xfrm>
          <a:prstGeom prst="rect">
            <a:avLst/>
          </a:prstGeom>
          <a:solidFill>
            <a:srgbClr val="F7FBFC"/>
          </a:solidFill>
          <a:ln w="12700">
            <a:solidFill>
              <a:srgbClr val="F7FBFC"/>
            </a:solidFill>
            <a:prstDash val="solid"/>
          </a:ln>
        </p:spPr>
      </p:sp>
      <p:pic>
        <p:nvPicPr>
          <p:cNvPr id="3" name="Image 0" descr="/mnt/data/pausas_activa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011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7452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6B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PAUSAS ACTIVAS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49808" y="2697480"/>
            <a:ext cx="653796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044"/>
                </a:solidFill>
              </a:rPr>
              <a:t>Movimiento breve para cuidar el cuerpo, reducir el tiempo sedentario y fortalecer el autocuidado durante la jornada laboral.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818120" y="13258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EAF7F9"/>
          </a:solidFill>
          <a:ln w="12700">
            <a:solidFill>
              <a:srgbClr val="CDE8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0" y="1828800"/>
            <a:ext cx="731520" cy="731520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0" y="2560320"/>
            <a:ext cx="0" cy="1325880"/>
          </a:xfrm>
          <a:prstGeom prst="line">
            <a:avLst/>
          </a:prstGeom>
          <a:noFill/>
          <a:ln w="63500">
            <a:solidFill>
              <a:srgbClr val="506B9E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509760" y="2926080"/>
            <a:ext cx="-1097280" cy="594360"/>
          </a:xfrm>
          <a:prstGeom prst="line">
            <a:avLst/>
          </a:prstGeom>
          <a:noFill/>
          <a:ln w="63500">
            <a:solidFill>
              <a:srgbClr val="506B9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09760" y="2926080"/>
            <a:ext cx="1097280" cy="594360"/>
          </a:xfrm>
          <a:prstGeom prst="line">
            <a:avLst/>
          </a:prstGeom>
          <a:noFill/>
          <a:ln w="63500">
            <a:solidFill>
              <a:srgbClr val="506B9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0" y="3858768"/>
            <a:ext cx="-822960" cy="1097280"/>
          </a:xfrm>
          <a:prstGeom prst="line">
            <a:avLst/>
          </a:prstGeom>
          <a:noFill/>
          <a:ln w="63500">
            <a:solidFill>
              <a:srgbClr val="506B9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0" y="3858768"/>
            <a:ext cx="822960" cy="1097280"/>
          </a:xfrm>
          <a:prstGeom prst="line">
            <a:avLst/>
          </a:prstGeom>
          <a:noFill/>
          <a:ln w="63500">
            <a:solidFill>
              <a:srgbClr val="506B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6B9E"/>
                </a:solidFill>
              </a:rPr>
              <a:t>Objetivo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83880" y="5833872"/>
            <a:ext cx="2743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Incorporar pausas de movimiento seguras y regulares como hábito de bienestar.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usas_activa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6002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384048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06B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son las pausas activas?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286000" y="868680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Interrumpir el tiempo sedentario con movimiento ayuda a promover bienestar durante la jornada.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6184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Propósito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057400"/>
            <a:ext cx="306324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• Cambiar temporalmente la postura.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• Movilizar articulaciones y grupos musculares.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• Favorecer el autocuidado.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• Disminuir periodos prolongados de inactividad.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• Recuperar atención y disposición para continuar la tarea.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417320"/>
            <a:ext cx="73152" cy="4389120"/>
          </a:xfrm>
          <a:prstGeom prst="rect">
            <a:avLst/>
          </a:prstGeom>
          <a:solidFill>
            <a:srgbClr val="74A66A"/>
          </a:solidFill>
          <a:ln w="12700">
            <a:solidFill>
              <a:srgbClr val="74A6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184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¿Cuándo hacerlas?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9432" y="2057400"/>
            <a:ext cx="306324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Integrarlas en la jornada, especialmente cuando una actividad exige permanecer mucho tiempo sentado, de pie, frente a pantalla o realizando movimientos repetitivos.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La pausa debe adaptarse al tipo de trabajo y a las condiciones de cada persona.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4672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0" y="1417320"/>
            <a:ext cx="73152" cy="4389120"/>
          </a:xfrm>
          <a:prstGeom prst="rect">
            <a:avLst/>
          </a:prstGeom>
          <a:solidFill>
            <a:srgbClr val="F5C95B"/>
          </a:solidFill>
          <a:ln w="12700">
            <a:solidFill>
              <a:srgbClr val="F5C9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16184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Principio clave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02752" y="2057400"/>
            <a:ext cx="306324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Una pausa activa no reemplaza el ejercicio regular. Es una estrategia complementaria para reducir el sedentarismo y promover el movimiento en el trabajo.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La OMS recomienda limitar el tiempo sedentario y aumentar la actividad física diaria.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usas_activa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6002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384048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06B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Rutina práctica de pausa activa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286000" y="868680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Movimientos suaves, controlados y sin dolor.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58368" y="141732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  <a:effectLst>
            <a:outerShdw sx="100000" sy="100000" kx="0" ky="0" algn="bl" rotWithShape="0" blurRad="889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600200"/>
            <a:ext cx="530352" cy="530352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824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81328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6B9E"/>
                </a:solidFill>
              </a:rPr>
              <a:t>Respira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81328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Haz 3 respiraciones lentas y profundas.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53128" y="141732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  <a:effectLst>
            <a:outerShdw sx="100000" sy="100000" kx="0" ky="0" algn="bl" rotWithShape="0" blurRad="8890" dist="508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00200"/>
            <a:ext cx="530352" cy="530352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6824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76088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6B9E"/>
                </a:solidFill>
              </a:rPr>
              <a:t>Cuello y hombros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76088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Moviliza suavemente cuello y hombros, sin rebotes.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47888" y="141732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  <a:effectLst>
            <a:outerShdw sx="100000" sy="100000" kx="0" ky="0" algn="bl" rotWithShape="0" blurRad="8890" dist="508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0" y="1600200"/>
            <a:ext cx="530352" cy="530352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0" y="16824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070848" y="1591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6B9E"/>
                </a:solidFill>
              </a:rPr>
              <a:t>Brazos y manos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070848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Estira brazos, muñecas y dedos de forma cómoda.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58368" y="356616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  <a:effectLst>
            <a:outerShdw sx="100000" sy="100000" kx="0" ky="0" algn="bl" rotWithShape="0" blurRad="8890" dist="508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" y="3749040"/>
            <a:ext cx="530352" cy="530352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38313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81328" y="37398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6B9E"/>
                </a:solidFill>
              </a:rPr>
              <a:t>Espalda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481328" y="4160520"/>
            <a:ext cx="2331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Cambia de postura y realiza movilidad suave de tronco.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53128" y="356616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  <a:effectLst>
            <a:outerShdw sx="100000" sy="100000" kx="0" ky="0" algn="bl" rotWithShape="0" blurRad="8890" dist="508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3749040"/>
            <a:ext cx="530352" cy="530352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38313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276088" y="37398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6B9E"/>
                </a:solidFill>
              </a:rPr>
              <a:t>Piernas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276088" y="4160520"/>
            <a:ext cx="2331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Activa tobillos, rodillas y piernas; camina unos pasos si es posible.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247888" y="3566160"/>
            <a:ext cx="3456432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8EC"/>
            </a:solidFill>
            <a:prstDash val="solid"/>
          </a:ln>
          <a:effectLst>
            <a:outerShdw sx="100000" sy="100000" kx="0" ky="0" algn="bl" rotWithShape="0" blurRad="8890" dist="5080" dir="27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412480" y="3749040"/>
            <a:ext cx="530352" cy="530352"/>
          </a:xfrm>
          <a:prstGeom prst="ellipse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0" y="38313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070848" y="37398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6B9E"/>
                </a:solidFill>
              </a:rPr>
              <a:t>Vista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70848" y="4160520"/>
            <a:ext cx="23317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</a:rPr>
              <a:t>Aparta la mirada de la pantalla y enfoca a diferentes distancias.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58368" y="5806440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FF5E3"/>
          </a:solidFill>
          <a:ln w="12700">
            <a:solidFill>
              <a:srgbClr val="F1D4A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8680" y="5934456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8A5C16"/>
                </a:solidFill>
              </a:rPr>
              <a:t>Seguridad: adapta los movimientos a tu condición. Detén el ejercicio si aparece dolor, mareo o malestar y solicita orientación cuando sea necesario.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ausas_activa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6002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384048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06B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Compromiso con el autocuidado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286000" y="868680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7A"/>
                </a:solidFill>
              </a:rPr>
              <a:t>Las pausas activas funcionan mejor cuando se convierten en un hábito compartido.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956048" y="2103120"/>
            <a:ext cx="2286000" cy="2286000"/>
          </a:xfrm>
          <a:prstGeom prst="ellipse">
            <a:avLst/>
          </a:prstGeom>
          <a:solidFill>
            <a:srgbClr val="EAF7F9"/>
          </a:solidFill>
          <a:ln w="25400">
            <a:solidFill>
              <a:srgbClr val="55B7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0" y="26974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06B9E"/>
                </a:solidFill>
              </a:rPr>
              <a:t>PAUSA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506B9E"/>
                </a:solidFill>
              </a:rPr>
              <a:t>ACTIVA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508760"/>
            <a:ext cx="73152" cy="1143000"/>
          </a:xfrm>
          <a:prstGeom prst="rect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Participa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1832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Haz las pausas programadas y respeta el espacio de tus compañeros.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11312" y="15087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11312" y="1508760"/>
            <a:ext cx="73152" cy="1143000"/>
          </a:xfrm>
          <a:prstGeom prst="rect">
            <a:avLst/>
          </a:prstGeom>
          <a:solidFill>
            <a:srgbClr val="74A66A"/>
          </a:solidFill>
          <a:ln w="12700">
            <a:solidFill>
              <a:srgbClr val="74A6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67344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Cambia de postura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67344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Evita permanecer demasiado tiempo en una misma posición.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2519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4251960"/>
            <a:ext cx="73152" cy="1143000"/>
          </a:xfrm>
          <a:prstGeom prst="rect">
            <a:avLst/>
          </a:prstGeom>
          <a:solidFill>
            <a:srgbClr val="55B7C4"/>
          </a:solidFill>
          <a:ln w="12700">
            <a:solidFill>
              <a:srgbClr val="55B7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4453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Escucha tu cuerpo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1832" y="489204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Reporta molestias musculares o condiciones que dificulten el movimiento seguro.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11312" y="42519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5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11312" y="4251960"/>
            <a:ext cx="73152" cy="1143000"/>
          </a:xfrm>
          <a:prstGeom prst="rect">
            <a:avLst/>
          </a:prstGeom>
          <a:solidFill>
            <a:srgbClr val="74A66A"/>
          </a:solidFill>
          <a:ln w="12700">
            <a:solidFill>
              <a:srgbClr val="74A66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67344" y="4453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6B9E"/>
                </a:solidFill>
              </a:rPr>
              <a:t>Hazlo sostenible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67344" y="4892040"/>
            <a:ext cx="28346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044"/>
                </a:solidFill>
              </a:rPr>
              <a:t>Combina las pausas con hábitos saludables y actividad física regular.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148840" y="5715000"/>
            <a:ext cx="7909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506B9E"/>
                </a:solidFill>
              </a:rPr>
              <a:t>Compromiso del colaborador: incorporar pausas activas de manera segura, participar en las actividades promovidas por SST y reportar molestias o condiciones que puedan afectar su bienestar.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Pausas Activas</dc:title>
  <dc:subject>Capacitación Pausas Activas - SanitHelp</dc:subject>
  <dc:creator>OpenAI</dc:creator>
  <cp:lastModifiedBy>OpenAI</cp:lastModifiedBy>
  <cp:revision>1</cp:revision>
  <dcterms:created xsi:type="dcterms:W3CDTF">2026-10-28T14:06:32Z</dcterms:created>
  <dcterms:modified xsi:type="dcterms:W3CDTF">2026-10-28T14:06:32Z</dcterms:modified>
</cp:coreProperties>
</file>