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https://iris.who.int/server/api/core/bitstreams/0146bfe0-89ac-43f9-b8d2-24b8c62bd6e6/content
- https://www.cdc.gov/infection-control/hcp/basics/standard-precautions.html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https://iris.who.int/server/api/core/bitstreams/0146bfe0-89ac-43f9-b8d2-24b8c62bd6e6/content
- https://www.cdc.gov/infection-control/hcp/basics/standard-precautions.html
- https://www.cdc.gov/infection-control/hcp/isolation-precautions/appendix-a-table-4.html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https://iris.who.int/server/api/core/bitstreams/0146bfe0-89ac-43f9-b8d2-24b8c62bd6e6/content
- https://www.cdc.gov/infection-control/hcp/basics/standard-precautions.html
- https://www.cdc.gov/infection-control/hcp/isolation-precautions/appendix-a-table-4.html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https://www.minsalud.gov.co/sites/rid/Lists/BibliotecaDigital/RIDE/VS/PP/ET/protocolo-pep-riesgo-biologico-its-vih-hepatitis-actualizacion-2025.pdf?ID=31448
- https://iris.who.int/server/api/core/bitstreams/0146bfe0-89ac-43f9-b8d2-24b8c62bd6e6/content
- https://www.cdc.gov/infection-control/hcp/basics/standard-precautions.html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ITHELP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Seguridad y Salud en el Trabajo</a:t>
            </a:r>
            <a:endParaRPr lang="en-US" sz="900" dirty="0"/>
          </a:p>
        </p:txBody>
      </p:sp>
      <p:pic>
        <p:nvPicPr>
          <p:cNvPr id="5" name="Image 0" descr="/mnt/data/protocolo_bioseguridad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4452" y="292608"/>
            <a:ext cx="1133856" cy="868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43000"/>
            <a:ext cx="66294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D8EEF2"/>
            </a:solidFill>
            <a:prstDash val="solid"/>
          </a:ln>
          <a:effectLst>
            <a:outerShdw sx="100000" sy="100000" kx="0" ky="0" algn="bl" rotWithShape="0" blurRad="25400" dist="10160" dir="27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60120" y="16002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PROTOCOLO DE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BIOSEGURIDAD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0120" y="2880360"/>
            <a:ext cx="566928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23364D"/>
                </a:solidFill>
              </a:rPr>
              <a:t>Medidas esenciales para prevenir la transmisión de agentes biológicos y proteger a pacientes, colaboradores y visitantes.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960120" y="4270248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442569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Objetivo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35240" y="1600200"/>
            <a:ext cx="3657600" cy="1920240"/>
          </a:xfrm>
          <a:prstGeom prst="rect">
            <a:avLst/>
          </a:prstGeom>
          <a:solidFill>
            <a:srgbClr val="EAF7FA"/>
          </a:solidFill>
          <a:ln w="15240">
            <a:solidFill>
              <a:srgbClr val="BFE7EC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B6D"/>
                </a:solidFill>
              </a:rPr>
              <a:t>Aplicar precauciones estándar de forma consistente en toda actividad asistencial.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85632" y="3840480"/>
            <a:ext cx="2011680" cy="2011680"/>
          </a:xfrm>
          <a:prstGeom prst="ellipse">
            <a:avLst/>
          </a:prstGeom>
          <a:solidFill>
            <a:srgbClr val="DFF4F1"/>
          </a:solidFill>
          <a:ln w="16510">
            <a:solidFill>
              <a:srgbClr val="59C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59952" y="4407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3B6D"/>
                </a:solidFill>
              </a:rPr>
              <a:t>BIO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0" y="5989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A9B8"/>
                </a:solidFill>
              </a:rPr>
              <a:t>La bioseguridad comienza antes del contacto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Precauciones estándar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Se aplican a toda atención, de acuerdo con la evaluación del riesgo de exposición.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5608" y="174650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Higiene de manos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2130552"/>
            <a:ext cx="2514600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Realízala en los momentos indicados y siempre después de retirar guantes.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35424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74650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EPP según el riesgo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2130552"/>
            <a:ext cx="2514600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Selecciona guantes, mascarilla, protección ocular, bata u otros elementos según la actividad y la exposición esperada.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055864" y="160020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0456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FA9B8"/>
          </a:solidFill>
          <a:ln w="12700">
            <a:solidFill>
              <a:srgbClr val="2FA9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5672" y="174650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Higiene respiratoria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05672" y="2130552"/>
            <a:ext cx="2514600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Cubre boca y nariz al toser o estornudar, facilita higiene de manos y aplica control de fuente cuando corresponda.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2514600" y="3794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79192" y="395935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D94B4B"/>
          </a:solidFill>
          <a:ln w="12700">
            <a:solidFill>
              <a:srgbClr val="D94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39410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Cortopunzantes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64408" y="4325112"/>
            <a:ext cx="2606040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No reencapuchar, doblar ni manipular agujas usadas. Desechar de inmediato en contenedor resistente a punciones.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6792" y="395935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39410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Equipos y ambiente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22008" y="4325112"/>
            <a:ext cx="2606040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Limpiar, desinfectar o esterilizar según el tipo de elemento y el protocolo institucional.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1097280" y="577900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73B6D"/>
                </a:solidFill>
              </a:rPr>
              <a:t>Principio clave: las precauciones estándar son el mínimo de protección en todos los pacientes y entornos de atención.</a:t>
            </a:r>
            <a:endParaRPr lang="en-US" sz="15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Prácticas seguras en la IPS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La bioseguridad se mantiene durante todo el proceso: preparación, atención, limpieza y disposición final.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79222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5608" y="177393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Antes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2157984"/>
            <a:ext cx="24688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Evalúa el riesgo, prepara insumos y verifica el EPP requerido.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389120" y="1627632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79222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38928" y="177393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Durante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38928" y="2157984"/>
            <a:ext cx="24688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Evita contacto innecesario con sangre y fluidos; conserva técnica segura y orden del área.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092440" y="1627632"/>
            <a:ext cx="34290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57032" y="179222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42248" y="177393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Después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42248" y="2157984"/>
            <a:ext cx="24688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Retira el EPP de forma segura, realiza higiene de manos y procesa equipos y superficies según protocolo.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2487168" y="3794760"/>
            <a:ext cx="36393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51760" y="395935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36976" y="3941064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Residuos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36976" y="4325112"/>
            <a:ext cx="2679192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Segrega en el punto de generación y maneja cortopunzantes en contenedores adecuados.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236208" y="3794760"/>
            <a:ext cx="36393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95935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3941064"/>
            <a:ext cx="2724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Derrames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86016" y="4325112"/>
            <a:ext cx="2679192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3364D"/>
                </a:solidFill>
              </a:rPr>
              <a:t>Aísla el área y aplica el procedimiento institucional de limpieza y desinfección.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1051560" y="574243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D94B4B"/>
                </a:solidFill>
              </a:rPr>
              <a:t>No improvisar: ante dudas sobre EPP, limpieza, aislamiento o residuos, consultar el protocolo institucional antes de continuar.</a:t>
            </a:r>
            <a:endParaRPr lang="en-US" sz="14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ocurre una exposición o incidente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La respuesta debe ser inmediata y seguir la ruta institucional definida.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517904" y="1691640"/>
            <a:ext cx="658368" cy="658368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7904" y="18653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8408" y="2606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ACTÚA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2999232"/>
            <a:ext cx="2377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23364D"/>
                </a:solidFill>
              </a:rPr>
              <a:t>Suspende la actividad y realiza lavado o irrigación de la zona expuesta según corresponda.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658368" cy="658368"/>
          </a:xfrm>
          <a:prstGeom prst="ellipse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18653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31336" y="2606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REPORTA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11296" y="2999232"/>
            <a:ext cx="2377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23364D"/>
                </a:solidFill>
              </a:rPr>
              <a:t>Informa de inmediato al responsable y activa el reporte de accidente o exposición ocupacional.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7223760" y="1691640"/>
            <a:ext cx="658368" cy="658368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8653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84264" y="2606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VALORA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64224" y="2999232"/>
            <a:ext cx="2377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23364D"/>
                </a:solidFill>
              </a:rPr>
              <a:t>Acude a valoración médica o de urgencias lo antes posible para clasificar el riesgo y definir manejo.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10076688" y="1691640"/>
            <a:ext cx="658368" cy="658368"/>
          </a:xfrm>
          <a:prstGeom prst="ellipse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76688" y="18653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37192" y="2606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CUMPLE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217152" y="2999232"/>
            <a:ext cx="2377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23364D"/>
                </a:solidFill>
              </a:rPr>
              <a:t>Sigue las indicaciones, controles y seguimiento establecidos.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914400" y="4892040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EAF7FA"/>
          </a:solidFill>
          <a:ln w="15240">
            <a:solidFill>
              <a:srgbClr val="BF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5120640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Compromiso: cumplir el protocolo de bioseguridad, utilizar correctamente los EPP, mantener higiene de manos y reportar de inmediato cualquier exposición o condición insegura.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377440" y="6007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FA9B8"/>
                </a:solidFill>
              </a:rPr>
              <a:t>La prevención protege al trabajador, al paciente y al entorno.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Protocolo de Bioseguridad - SanitHelp</dc:title>
  <dc:subject>Protocolo de Bioseguridad</dc:subject>
  <dc:creator>OpenAI</dc:creator>
  <cp:lastModifiedBy>OpenAI</cp:lastModifiedBy>
  <cp:revision>1</cp:revision>
  <dcterms:created xsi:type="dcterms:W3CDTF">2026-10-27T15:44:30Z</dcterms:created>
  <dcterms:modified xsi:type="dcterms:W3CDTF">2026-10-27T15:44:30Z</dcterms:modified>
</cp:coreProperties>
</file>