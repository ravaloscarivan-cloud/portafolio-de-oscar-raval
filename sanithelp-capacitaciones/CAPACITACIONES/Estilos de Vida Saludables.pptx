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https://www.minsalud.gov.co/salud/publica/HS/Paginas/habitos-saludables.aspx
- https://www.who.int/europe/publications/i/item/9789240014886
- https://www.who.int/docs/default-source/healthy-diet/healthy-diet-fact-sheet-394.pdf
- https://www.who.int/news-room/fact-sheets/detail/tobacco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5786"/>
          </a:solidFill>
          <a:ln w="12700">
            <a:solidFill>
              <a:srgbClr val="2357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20256"/>
            <a:ext cx="5943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• Bienestar y estilos de vida saludables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678" y="594360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8288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5786"/>
                </a:solidFill>
              </a:rPr>
              <a:t>Estilos de vida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58368" y="2487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5B6C8"/>
                </a:solidFill>
              </a:rPr>
              <a:t>saludables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85800" y="3182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67A1"/>
                </a:solidFill>
              </a:rPr>
              <a:t>Capacitación para colaboradores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3703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1788C"/>
                </a:solidFill>
              </a:rPr>
              <a:t>Pequeños hábitos • Grandes beneficios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583680" y="1234440"/>
            <a:ext cx="4709160" cy="4389120"/>
          </a:xfrm>
          <a:prstGeom prst="roundRect">
            <a:avLst>
              <a:gd name="adj" fmla="val 1667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60920" y="1691640"/>
            <a:ext cx="1143000" cy="1143000"/>
          </a:xfrm>
          <a:prstGeom prst="ellipse">
            <a:avLst/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62088" y="190195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♥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9281160" y="1691640"/>
            <a:ext cx="1143000" cy="1143000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91472" y="1892808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✓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8321040" y="3154680"/>
            <a:ext cx="1143000" cy="1143000"/>
          </a:xfrm>
          <a:prstGeom prst="ellipse">
            <a:avLst/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34564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Zz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086600" y="4572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786"/>
                </a:solidFill>
              </a:rPr>
              <a:t>MOVERSE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82396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55B6C8"/>
                </a:solidFill>
              </a:rPr>
              <a:t>ALIMENTARSE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001000" y="5074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67A1"/>
                </a:solidFill>
              </a:rPr>
              <a:t>DESCANSAR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¿Qué entendemos por estilo de vida saludable?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Hábitos cotidianos que protegen y fortalecen la salud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37160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828800"/>
            <a:ext cx="38404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35786"/>
                </a:solidFill>
              </a:rPr>
              <a:t>No se trata de “hacer todo perfecto”. Se trata de construir rutinas sostenibles que favorezcan el bienestar físico, mental y social.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3000" y="3886200"/>
            <a:ext cx="38404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5B6C8"/>
                </a:solidFill>
              </a:rPr>
              <a:t>Los cambios pequeños y consistentes suelen ser más fáciles de mantener que los cambios extremos.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06440" y="14173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71032" y="1581912"/>
            <a:ext cx="91440" cy="131673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90488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Actividad física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90488" y="1984248"/>
            <a:ext cx="1828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Mover el cuerpo con regularidad y reducir largos periodos de inactividad.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8458200" y="141732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22792" y="1581912"/>
            <a:ext cx="91440" cy="131673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42248" y="15819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Alimentación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42248" y="1984248"/>
            <a:ext cx="1828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Elegir alimentos variados y equilibrados, priorizando opciones frescas y nutritivas.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806440" y="342900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71032" y="3593592"/>
            <a:ext cx="91440" cy="131673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3593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Descanso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190488" y="3995928"/>
            <a:ext cx="1828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Cuidar rutinas de sueño, recuperación y pausas durante la jornada.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458200" y="3429000"/>
            <a:ext cx="24231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622792" y="3593592"/>
            <a:ext cx="91440" cy="1316736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42248" y="3593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Bienestar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842248" y="3995928"/>
            <a:ext cx="18288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Gestionar el estrés, fortalecer vínculos y evitar hábitos nocivos.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Actividad física: muévete más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Toda actividad cuenta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3749040" cy="4343400"/>
          </a:xfrm>
          <a:prstGeom prst="roundRect">
            <a:avLst>
              <a:gd name="adj" fmla="val 1951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783080"/>
            <a:ext cx="301752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35786"/>
                </a:solidFill>
              </a:rPr>
              <a:t>Para adultos, la OMS recomienda acumular entre 150 y 300 minutos semanales de actividad aeróbica moderada, o su equivalente en actividad vigorosa, además de fortalecimiento muscular.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7280" y="4251960"/>
            <a:ext cx="30175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59A96A"/>
                </a:solidFill>
              </a:rPr>
              <a:t>Empezar con poco y aumentar gradualmente también genera beneficios.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892040" y="14173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56632" y="1581912"/>
            <a:ext cx="91440" cy="127101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76088" y="15819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En el trabajo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76088" y="1984248"/>
            <a:ext cx="214884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Camina en pausas cortas, usa escaleras cuando sea seguro y cambia de postura con frecuencia.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8001000" y="14173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165592" y="1581912"/>
            <a:ext cx="91440" cy="127101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85048" y="15819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En casa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5048" y="1984248"/>
            <a:ext cx="214884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Camina, baila, realiza tareas domésticas activas o practica una rutina de ejercicio.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4892040" y="3474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56632" y="3639312"/>
            <a:ext cx="91440" cy="127101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76088" y="3639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Fortalece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276088" y="4041648"/>
            <a:ext cx="214884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Incluye ejercicios de fuerza adaptados a tu condición y capacidad.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001000" y="3474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165592" y="3639312"/>
            <a:ext cx="91440" cy="1271016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85048" y="3639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Progresivo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85048" y="4041648"/>
            <a:ext cx="214884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Evita pasar de cero a máxima intensidad; aumenta poco a poco.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Alimentación saludable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Equilibrio, variedad y decisiones conscientes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261872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426464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4264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Más alimentos frescos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828800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Frutas, verduras, leguminosas, cereales integrales y fuentes variadas de proteína.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355080" y="1261872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426464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4264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Menos ultraprocesados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9128" y="1828800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Limita productos con exceso de azúcares, sodio y grasas no saludables.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85800" y="2889504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" y="3054096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054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Agua como opción principal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9848" y="345643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Mantén una hidratación regular y ajustada a tus necesidades y condiciones de salud.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6355080" y="2889504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19672" y="3054096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3054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Porciones conscientes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345643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Come con atención a las señales de hambre y saciedad.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85800" y="4517136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50392" y="4681728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4681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Planifica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9848" y="5084064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Llevar refrigerios o almuerzos preparados puede facilitar mejores elecciones.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6355080" y="4517136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19672" y="4681728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39128" y="4681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No hay una única dieta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39128" y="5084064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Las necesidades cambian según edad, salud, actividad, cultura y contexto.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Descanso, pausas y recuperación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El cuerpo también necesita bajar el ritmo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536192"/>
            <a:ext cx="91440" cy="159105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1536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Sueño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1938528"/>
            <a:ext cx="28803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Procura una rutina regular de descanso y un ambiente que facilite dormir.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4370832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35424" y="1536192"/>
            <a:ext cx="91440" cy="159105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536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Pausas activas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54880" y="1938528"/>
            <a:ext cx="28803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Interrumpe periodos prolongados en la misma postura y realiza movimientos suaves.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8001000" y="13716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65592" y="1536192"/>
            <a:ext cx="91440" cy="159105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5361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Desconexión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5048" y="1938528"/>
            <a:ext cx="288036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Reserva momentos sin trabajo ni pantallas para favorecer la recuperación.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1280160" y="4069080"/>
            <a:ext cx="9601200" cy="1143000"/>
          </a:xfrm>
          <a:prstGeom prst="roundRect">
            <a:avLst>
              <a:gd name="adj" fmla="val 6400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91640" y="4370832"/>
            <a:ext cx="8778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786"/>
                </a:solidFill>
              </a:rPr>
              <a:t>Cansancio persistente, somnolencia intensa o dificultades de sueño frecuentes merecen valoración profesional; no deben normalizarse.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Bienestar mental y manejo del estrés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Cuidar la mente también es cuidar la salud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39903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13990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Reconoce señales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180136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Tensión, irritabilidad, cansancio o dificultad para concentrarte pueden indicar sobrecarga.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235915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35915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Haz pausas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5568" y="276148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Respira, estírate, cambia de actividad por unos minutos cuando sea posible.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31520" y="315468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6112" y="331927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31927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Organiza prioridades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5568" y="372160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Divide tareas grandes, define lo urgente y evita sobrecargarte innecesariamente.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96112" y="427939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427939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Apóyate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5568" y="468172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Habla con personas de confianza y usa los canales de apoyo disponibles.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31520" y="507492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96112" y="523951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523951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Busca ayuda profesional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15568" y="564184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Cuando el malestar es intenso, persistente o afecta tu funcionamiento diario.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Hábitos que conviene evitar o reducir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Prevenir también es elegir mejor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41732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41832" y="1581912"/>
            <a:ext cx="91440" cy="1499616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1288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Tabaco y nicotina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61288" y="1984248"/>
            <a:ext cx="265176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Todas las formas de consumo de tabaco son perjudiciales. Evitar el consumo y la exposición al humo protege la salud.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4480560" y="141732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581912"/>
            <a:ext cx="91440" cy="1499616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Alcohol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64608" y="1984248"/>
            <a:ext cx="265176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Evita usar alcohol como estrategia para manejar el estrés o descansar; puede aumentar riesgos para la salud y la seguridad.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8183880" y="141732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48472" y="1581912"/>
            <a:ext cx="91440" cy="149961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67928" y="1581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Sedentarismo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67928" y="1984248"/>
            <a:ext cx="265176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Rompe periodos prolongados sentado o en una misma postura con movimiento regular.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1371600" y="4160520"/>
            <a:ext cx="9372600" cy="1097280"/>
          </a:xfrm>
          <a:prstGeom prst="roundRect">
            <a:avLst>
              <a:gd name="adj" fmla="val 6667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83080" y="4453128"/>
            <a:ext cx="8549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35786"/>
                </a:solidFill>
              </a:rPr>
              <a:t>Un estilo de vida saludable también incluye controles preventivos, vacunación indicada y seguimiento de condiciones de salud según orientación profesional.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Hábitos saludables en la jornada laboral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Haz que lo saludable sea más fácil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261872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426464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4264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Inicia hidratado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828800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Ten agua disponible y toma líquidos de forma regular.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355080" y="1261872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426464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4264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Programa pausas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9128" y="1828800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Levántate, cambia de postura y mueve articulaciones durante la jornada.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85800" y="2889504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" y="3054096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054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Organiza comidas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9848" y="345643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Evita saltarte comidas por falta de planificación.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6355080" y="2889504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19672" y="3054096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305409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Cuida la postura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3456432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Ajusta tu puesto, alterna tareas y reporta molestias oportunamente.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85800" y="4517136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50392" y="4681728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4681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Protege tus límites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9848" y="5084064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Respeta tiempos de descanso y desconexión cuando corresponda.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6355080" y="4517136"/>
            <a:ext cx="5303520" cy="1344168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19672" y="4681728"/>
            <a:ext cx="91440" cy="1014984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39128" y="46817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Construye apoyo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39128" y="5084064"/>
            <a:ext cx="470916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Promueve hábitos saludables en equipo, sin juzgar ni presionar a otros.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Reto práctico: cambia una cosa esta semana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Un hábito pequeño, concreto y medible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6C8"/>
                </a:solidFill>
              </a:rPr>
              <a:t>ELIGE 1 HÁBITO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2331720"/>
            <a:ext cx="29718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35786"/>
                </a:solidFill>
              </a:rPr>
              <a:t>Piensa en una acción sencilla que puedas repetir durante los próximos 7 días.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3000" y="3794760"/>
            <a:ext cx="29718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334E68"/>
                </a:solidFill>
              </a:rPr>
              <a:t>Ejemplo: caminar 10 minutos después del almuerzo, llevar fruta como refrigerio o hacer dos pausas activas al día.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937760" y="1417320"/>
            <a:ext cx="6080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02352" y="1581912"/>
            <a:ext cx="91440" cy="63093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21808" y="1581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1. Específico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21808" y="1984248"/>
            <a:ext cx="54864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Define exactamente qué harás y en qué momento.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4937760" y="2697480"/>
            <a:ext cx="6080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102352" y="2862072"/>
            <a:ext cx="91440" cy="63093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21808" y="2862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2. Realista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21808" y="3264408"/>
            <a:ext cx="54864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Empieza por una meta que puedas cumplir incluso en días ocupados.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4937760" y="3977640"/>
            <a:ext cx="6080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4445" dir="27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02352" y="4142232"/>
            <a:ext cx="91440" cy="63093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21808" y="4142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3. Repetible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21808" y="4544568"/>
            <a:ext cx="54864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Busca consistencia antes que perfección.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Mensajes clave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Tu bienestar se construye todos los días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463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6C8"/>
                </a:solidFill>
              </a:rPr>
              <a:t>MUÉVETE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60320" y="1700784"/>
            <a:ext cx="2880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Suma actividad física y reduce tiempos prolongados de inactividad.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55080" y="1463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A96A"/>
                </a:solidFill>
              </a:rPr>
              <a:t>ALIMÉNTATE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0" y="1700784"/>
            <a:ext cx="2880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Prioriza variedad, alimentos frescos y agua.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" y="36118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67A1"/>
                </a:solidFill>
              </a:rPr>
              <a:t>RECUPÉRATE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60320" y="3849624"/>
            <a:ext cx="2880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Cuida el descanso, las pausas y la desconexión.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55080" y="36118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</a:rPr>
              <a:t>CUÍDATE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38160" y="3849624"/>
            <a:ext cx="28803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Evita tabaco, gestiona el estrés y busca apoyo cuando lo necesites.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828800" y="57150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5786"/>
                </a:solidFill>
              </a:rPr>
              <a:t>No necesitas cambiar todo hoy: empieza con un hábito y mantenlo.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Estilos de vida saludables - SanitHelp</dc:title>
  <dc:subject>Capacitación de bienestar y SST</dc:subject>
  <dc:creator>OpenAI</dc:creator>
  <cp:lastModifiedBy>OpenAI</cp:lastModifiedBy>
  <cp:revision>1</cp:revision>
  <dcterms:created xsi:type="dcterms:W3CDTF">2026-10-26T19:15:05Z</dcterms:created>
  <dcterms:modified xsi:type="dcterms:W3CDTF">2026-10-26T19:15:05Z</dcterms:modified>
</cp:coreProperties>
</file>