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https://sgrl.mintrabajo.gov.co/Empresas/ConsultaEstandares/ConsultaCalificacion/698078
- https://www.mintrabajo.gov.co/relaciones-laborales/riesgos-laborales/sistema-de-gestion-de-seguridad-y-salud-en-el-trabajo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https://sgrl.mintrabajo.gov.co/Empresas/ConsultaEstandares/ConsultaCalificacion/698078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https://www.funcionpublica.gov.co/eva/gestornormativo/norma.php?i=72173
- https://sgrl.mintrabajo.gov.co/Empresas/ConsultaEstandares/ConsultaCalificacion/698078
- https://www.mintrabajo.gov.co/relaciones-laborales/riesgos-laborales/sistema-de-gestion-de-seguridad-y-salud-en-el-trabajo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HELP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83680"/>
            <a:ext cx="5852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Seguridad y Salud en el Trabajo</a:t>
            </a:r>
            <a:endParaRPr lang="en-US" sz="900" dirty="0"/>
          </a:p>
        </p:txBody>
      </p:sp>
      <p:pic>
        <p:nvPicPr>
          <p:cNvPr id="5" name="Image 0" descr="/mnt/data/estilos_saludables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4452" y="292608"/>
            <a:ext cx="1133856" cy="868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078992"/>
            <a:ext cx="66294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5240">
            <a:solidFill>
              <a:srgbClr val="D8EEF2"/>
            </a:solidFill>
            <a:prstDash val="solid"/>
          </a:ln>
          <a:effectLst>
            <a:outerShdw sx="100000" sy="100000" kx="0" ky="0" algn="bl" rotWithShape="0" blurRad="25400" dist="10160" dir="27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60120" y="1572768"/>
            <a:ext cx="5806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CONFORMACIÓN DE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BRIGADISTAS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960120" y="2852928"/>
            <a:ext cx="571500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3364D"/>
                </a:solidFill>
              </a:rPr>
              <a:t>Organizar un equipo preparado para prevenir, responder y apoyar de forma segura ante emergencias.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60120" y="4251960"/>
            <a:ext cx="3063240" cy="566928"/>
          </a:xfrm>
          <a:prstGeom prst="roundRect">
            <a:avLst>
              <a:gd name="adj" fmla="val 9677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389120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Objetivo de la capacitación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571232" y="1481328"/>
            <a:ext cx="3657600" cy="2423160"/>
          </a:xfrm>
          <a:prstGeom prst="rect">
            <a:avLst/>
          </a:prstGeom>
          <a:solidFill>
            <a:srgbClr val="EAF7FA"/>
          </a:solidFill>
          <a:ln w="15240">
            <a:solidFill>
              <a:srgbClr val="BFE7EC"/>
            </a:solidFill>
          </a:ln>
        </p:spPr>
        <p:txBody>
          <a:bodyPr wrap="square" lIns="2032" tIns="2032" rIns="2032" bIns="2032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B6D"/>
                </a:solidFill>
              </a:rPr>
              <a:t>Reconocer los criterios básicos para seleccionar, organizar, capacitar y mantener activa la brigada de emergencias.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458200" y="4096512"/>
            <a:ext cx="1938528" cy="1938528"/>
          </a:xfrm>
          <a:prstGeom prst="ellipse">
            <a:avLst/>
          </a:prstGeom>
          <a:solidFill>
            <a:srgbClr val="DFF4F1"/>
          </a:solidFill>
          <a:ln w="17780">
            <a:solidFill>
              <a:srgbClr val="59C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22792" y="467258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B6D"/>
                </a:solidFill>
              </a:rPr>
              <a:t>BRIGADA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24928" y="61264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2FA9B8"/>
                </a:solidFill>
              </a:rPr>
              <a:t>Preparación + entrenamiento + trabajo en equipo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¿Quién puede ser brigadista?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La conformación debe responder a las amenazas, el nivel de riesgo, los turnos y los recursos disponibles.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3232" y="16002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74650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Disposición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130552"/>
            <a:ext cx="251460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3364D"/>
                </a:solidFill>
              </a:rPr>
              <a:t>Personas comprometidas, con actitud de servicio, responsabilidad y voluntad para participar en entrenamientos y simulacros.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4370832" y="16002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35424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74650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Cobertura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130552"/>
            <a:ext cx="251460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3364D"/>
                </a:solidFill>
              </a:rPr>
              <a:t>La selección debe permitir presencia de brigadistas en áreas y turnos relevantes según la operación y el plan de emergencias.</a:t>
            </a:r>
            <a:endParaRPr lang="en-US" sz="1240" dirty="0"/>
          </a:p>
        </p:txBody>
      </p:sp>
      <p:sp>
        <p:nvSpPr>
          <p:cNvPr id="12" name="Shape 10"/>
          <p:cNvSpPr/>
          <p:nvPr/>
        </p:nvSpPr>
        <p:spPr>
          <a:xfrm>
            <a:off x="8028432" y="16002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93024" y="1764792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2FA9B8"/>
          </a:solidFill>
          <a:ln w="12700">
            <a:solidFill>
              <a:srgbClr val="2FA9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1746504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Aptitud para el rol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78240" y="2130552"/>
            <a:ext cx="2514600" cy="9875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3364D"/>
                </a:solidFill>
              </a:rPr>
              <a:t>Asignar funciones acordes con las capacidades de la persona y los requerimientos de la respuesta prevista.</a:t>
            </a:r>
            <a:endParaRPr lang="en-US" sz="1240" dirty="0"/>
          </a:p>
        </p:txBody>
      </p:sp>
      <p:sp>
        <p:nvSpPr>
          <p:cNvPr id="16" name="Shape 14"/>
          <p:cNvSpPr/>
          <p:nvPr/>
        </p:nvSpPr>
        <p:spPr>
          <a:xfrm>
            <a:off x="2542032" y="3822192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06624" y="398678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396849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Conocimiento del lugar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4352544"/>
            <a:ext cx="2514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3364D"/>
                </a:solidFill>
              </a:rPr>
              <a:t>Conocer rutas de evacuación, puntos de encuentro, equipos de emergencia y mecanismos de comunicación.</a:t>
            </a:r>
            <a:endParaRPr lang="en-US" sz="1240" dirty="0"/>
          </a:p>
        </p:txBody>
      </p:sp>
      <p:sp>
        <p:nvSpPr>
          <p:cNvPr id="20" name="Shape 18"/>
          <p:cNvSpPr/>
          <p:nvPr/>
        </p:nvSpPr>
        <p:spPr>
          <a:xfrm>
            <a:off x="6199632" y="3822192"/>
            <a:ext cx="3474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5240">
            <a:solidFill>
              <a:srgbClr val="D6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64224" y="398678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968496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B6D"/>
                </a:solidFill>
              </a:rPr>
              <a:t>Entrenamiento continuo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4352544"/>
            <a:ext cx="2514600" cy="8503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3364D"/>
                </a:solidFill>
              </a:rPr>
              <a:t>La conformación debe ir acompañada de capacitación, práctica, dotación y actualización periódica.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1280160" y="5715000"/>
            <a:ext cx="9601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4B4B"/>
                </a:solidFill>
              </a:rPr>
              <a:t>No basta con nombrar brigadistas: la brigada debe estar conformada, capacitada, entrenada y dotada.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Proceso básico de conformación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Un proceso documentado facilita cobertura, coordinación y seguimiento.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207008" y="1627632"/>
            <a:ext cx="676656" cy="676656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7008" y="181051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" y="2560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6D"/>
                </a:solidFill>
              </a:rPr>
              <a:t>ANALIZAR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" y="2907792"/>
            <a:ext cx="1874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23364D"/>
                </a:solidFill>
              </a:rPr>
              <a:t>Revisar amenazas, vulnerabilidad, áreas, turnos y recursos del plan de emergencias.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2542032" y="1828800"/>
            <a:ext cx="274320" cy="347472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9584" y="1627632"/>
            <a:ext cx="676656" cy="676656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81051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944368" y="2560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6D"/>
                </a:solidFill>
              </a:rPr>
              <a:t>CONVOCAR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44368" y="2907792"/>
            <a:ext cx="1874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23364D"/>
                </a:solidFill>
              </a:rPr>
              <a:t>Informar funciones y responsabilidades, e identificar trabajadores disponibles para participar.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4864608" y="1828800"/>
            <a:ext cx="274320" cy="347472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627632"/>
            <a:ext cx="676656" cy="676656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81051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66944" y="2560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6D"/>
                </a:solidFill>
              </a:rPr>
              <a:t>SELECCIONAR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66944" y="2907792"/>
            <a:ext cx="1874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23364D"/>
                </a:solidFill>
              </a:rPr>
              <a:t>Definir integrantes y asignar responsabilidades de acuerdo con necesidades y capacidades.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7187184" y="1828800"/>
            <a:ext cx="274320" cy="347472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74736" y="1627632"/>
            <a:ext cx="676656" cy="676656"/>
          </a:xfrm>
          <a:prstGeom prst="ellipse">
            <a:avLst/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4736" y="181051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589520" y="2560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6D"/>
                </a:solidFill>
              </a:rPr>
              <a:t>CAPACITAR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89520" y="2907792"/>
            <a:ext cx="1874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23364D"/>
                </a:solidFill>
              </a:rPr>
              <a:t>Entrenar en evacuación, primeros auxilios, prevención y control inicial de emergencias según el riesgo.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9509760" y="1828800"/>
            <a:ext cx="274320" cy="347472"/>
          </a:xfrm>
          <a:prstGeom prst="chevron">
            <a:avLst/>
          </a:prstGeom>
          <a:solidFill>
            <a:srgbClr val="B8DFE5"/>
          </a:solidFill>
          <a:ln w="12700">
            <a:solidFill>
              <a:srgbClr val="B8DF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497312" y="1627632"/>
            <a:ext cx="676656" cy="676656"/>
          </a:xfrm>
          <a:prstGeom prst="ellipse">
            <a:avLst/>
          </a:prstGeom>
          <a:solidFill>
            <a:srgbClr val="59C3D0"/>
          </a:solidFill>
          <a:ln w="12700">
            <a:solidFill>
              <a:srgbClr val="59C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97312" y="1810512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912096" y="2560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6D"/>
                </a:solidFill>
              </a:rPr>
              <a:t>DOTAR Y PROBAR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12096" y="2907792"/>
            <a:ext cx="187452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AF0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40" dirty="0">
                <a:solidFill>
                  <a:srgbClr val="23364D"/>
                </a:solidFill>
              </a:rPr>
              <a:t>Entregar elementos requeridos y verificar la respuesta mediante ejercicios y simulacros.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1051560" y="4919472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EAF7FA"/>
          </a:solidFill>
          <a:ln w="15240">
            <a:solidFill>
              <a:srgbClr val="BFE7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0" y="511149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B6D"/>
                </a:solidFill>
              </a:rPr>
              <a:t>Roles frecuentes de respuesta: evacuación, primeros auxilios, control inicial de incendios y apoyo en comunicaciones. La organización concreta debe responder al plan de emergencias de la empresa.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3B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Mantener la brigada preparada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12648" y="1033272"/>
            <a:ext cx="9509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A9B8"/>
                </a:solidFill>
              </a:rPr>
              <a:t>La brigada se fortalece con práctica, seguimiento y participación activa.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507492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5240">
            <a:solidFill>
              <a:srgbClr val="D5EAF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3B6D"/>
                </a:solidFill>
              </a:rPr>
              <a:t>Acciones de mantenimiento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2523744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23364D"/>
                </a:solidFill>
              </a:rPr>
              <a:t>• Actualizar el listado cuando haya cambios de personal o turnos.</a:t>
            </a:r>
            <a:endParaRPr lang="en-US" sz="1410" dirty="0"/>
          </a:p>
        </p:txBody>
      </p:sp>
      <p:sp>
        <p:nvSpPr>
          <p:cNvPr id="7" name="Text 5"/>
          <p:cNvSpPr/>
          <p:nvPr/>
        </p:nvSpPr>
        <p:spPr>
          <a:xfrm>
            <a:off x="1234440" y="3090672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23364D"/>
                </a:solidFill>
              </a:rPr>
              <a:t>• Participar en capacitaciones y entrenamientos prácticos.</a:t>
            </a:r>
            <a:endParaRPr lang="en-US" sz="1410" dirty="0"/>
          </a:p>
        </p:txBody>
      </p:sp>
      <p:sp>
        <p:nvSpPr>
          <p:cNvPr id="8" name="Text 6"/>
          <p:cNvSpPr/>
          <p:nvPr/>
        </p:nvSpPr>
        <p:spPr>
          <a:xfrm>
            <a:off x="1234440" y="3657600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23364D"/>
                </a:solidFill>
              </a:rPr>
              <a:t>• Realizar simulacros y revisar oportunidades de mejora.</a:t>
            </a:r>
            <a:endParaRPr lang="en-US" sz="1410" dirty="0"/>
          </a:p>
        </p:txBody>
      </p:sp>
      <p:sp>
        <p:nvSpPr>
          <p:cNvPr id="9" name="Text 7"/>
          <p:cNvSpPr/>
          <p:nvPr/>
        </p:nvSpPr>
        <p:spPr>
          <a:xfrm>
            <a:off x="1234440" y="4224528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23364D"/>
                </a:solidFill>
              </a:rPr>
              <a:t>• Verificar dotación y equipos asignados a la brigada.</a:t>
            </a:r>
            <a:endParaRPr lang="en-US" sz="1410" dirty="0"/>
          </a:p>
        </p:txBody>
      </p:sp>
      <p:sp>
        <p:nvSpPr>
          <p:cNvPr id="10" name="Text 8"/>
          <p:cNvSpPr/>
          <p:nvPr/>
        </p:nvSpPr>
        <p:spPr>
          <a:xfrm>
            <a:off x="1234440" y="4791456"/>
            <a:ext cx="4160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23364D"/>
                </a:solidFill>
              </a:rPr>
              <a:t>• Conocer la cadena de comunicación y las rutas de emergencia.</a:t>
            </a:r>
            <a:endParaRPr lang="en-US" sz="141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166360" cy="4069080"/>
          </a:xfrm>
          <a:prstGeom prst="roundRect">
            <a:avLst>
              <a:gd name="adj" fmla="val 2247"/>
            </a:avLst>
          </a:prstGeom>
          <a:solidFill>
            <a:srgbClr val="173B6D"/>
          </a:solidFill>
          <a:ln w="12700">
            <a:solidFill>
              <a:srgbClr val="173B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21488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COMPROMISO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784848" y="2743200"/>
            <a:ext cx="4114800" cy="16002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“Participar activamente en la brigada, mantenerme capacitado, conocer mis funciones y actuar de forma coordinada y segura durante las emergencias.”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4892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9C3D0"/>
                </a:solidFill>
              </a:rPr>
              <a:t>Una brigada preparada reduce la improvisación.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Conformación de brigadistas - SanitHelp</dc:title>
  <dc:subject>Conformación de brigadistas</dc:subject>
  <dc:creator>OpenAI</dc:creator>
  <cp:lastModifiedBy>OpenAI</cp:lastModifiedBy>
  <cp:revision>1</cp:revision>
  <dcterms:created xsi:type="dcterms:W3CDTF">2026-10-27T15:48:15Z</dcterms:created>
  <dcterms:modified xsi:type="dcterms:W3CDTF">2026-10-27T15:48:15Z</dcterms:modified>
</cp:coreProperties>
</file>