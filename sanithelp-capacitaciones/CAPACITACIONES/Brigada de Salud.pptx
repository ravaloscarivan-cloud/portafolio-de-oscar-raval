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https://www.minsalud.gov.co/Normatividad_Nuevo/Resolucion%20No.926%20de%202017.pdf
- https://www.mintrabajo.gov.co/relaciones-laborales/riesgos-laborales/sistema-de-gestion-de-seguridad-y-salud-en-el-trabajo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https://www.minsalud.gov.co/Normatividad_Nuevo/Resolucion%20No.926%20de%202017.pdf
- https://www.mintrabajo.gov.co/relaciones-laborales/riesgos-laborales/sistema-de-gestion-de-seguridad-y-salud-en-el-trabajo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https://www.minsalud.gov.co/Normatividad_Nuevo/Resolucion%20No.926%20de%202017.pdf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https://www.minsalud.gov.co/Normatividad_Nuevo/Resolucion%20No.926%20de%202017.pdf
- https://www.mintrabajo.gov.co/relaciones-laborales/riesgos-laborales/sistema-de-gestion-de-seguridad-y-salud-en-el-trabajo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HELP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Seguridad y Salud en el Trabajo</a:t>
            </a:r>
            <a:endParaRPr lang="en-US" sz="900" dirty="0"/>
          </a:p>
        </p:txBody>
      </p:sp>
      <p:pic>
        <p:nvPicPr>
          <p:cNvPr id="5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4452" y="292608"/>
            <a:ext cx="1133856" cy="868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65836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5240">
            <a:solidFill>
              <a:srgbClr val="D8EEF2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60120" y="16002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BRIGADA DE SALUD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0120" y="2606040"/>
            <a:ext cx="5715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364D"/>
                </a:solidFill>
              </a:rPr>
              <a:t>Respuesta inicial, autocuidado y apoyo oportuno ante situaciones que puedan afectar la salud de los colaboradores.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60120" y="416052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297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Objetivo de la capacitación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43800" y="1508760"/>
            <a:ext cx="3749040" cy="2103120"/>
          </a:xfrm>
          <a:prstGeom prst="rect">
            <a:avLst/>
          </a:prstGeom>
          <a:solidFill>
            <a:srgbClr val="EAF7FA"/>
          </a:solidFill>
          <a:ln w="15240">
            <a:solidFill>
              <a:srgbClr val="BFE7EC"/>
            </a:solidFill>
          </a:ln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B6D"/>
                </a:solidFill>
              </a:rPr>
              <a:t>Reconocer las funciones básicas de la brigada y actuar de manera segura sin exceder el nivel de entrenamiento.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58200" y="3977640"/>
            <a:ext cx="1920240" cy="1920240"/>
          </a:xfrm>
          <a:prstGeom prst="ellipse">
            <a:avLst/>
          </a:prstGeom>
          <a:solidFill>
            <a:srgbClr val="DFF4F1"/>
          </a:solidFill>
          <a:ln w="16510">
            <a:solidFill>
              <a:srgbClr val="59C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77656" y="45537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B6D"/>
                </a:solidFill>
              </a:rPr>
              <a:t>SALUD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06640" y="6016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A9B8"/>
                </a:solidFill>
              </a:rPr>
              <a:t>Ayudar también es saber cuándo activar apoyo especializado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hace una brigada de salud?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Su función es apoyar la respuesta inicial y facilitar la atención oportuna.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1746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Prevenir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2130552"/>
            <a:ext cx="256032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Promueve autocuidado, identifica situaciones que pueden afectar la salud y apoya actividades de prevención.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07992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746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Responder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93208" y="2130552"/>
            <a:ext cx="256032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Brinda apoyo inicial dentro de su capacitación, conserva la calma y evita acciones que aumenten el riesgo.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6002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65592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A9B8"/>
          </a:solidFill>
          <a:ln w="12700">
            <a:solidFill>
              <a:srgbClr val="2FA9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0808" y="17465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Activar ayuda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50808" y="2130552"/>
            <a:ext cx="256032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Solicita apoyo del responsable interno y de los servicios de emergencia cuando la situación lo requiere.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14600" y="37947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79192" y="39593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394106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Proteger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64408" y="4325112"/>
            <a:ext cx="256032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Verifica que el entorno sea seguro antes de intervenir y utiliza las medidas de bioseguridad disponibles.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36792" y="395935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394106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Informar y registrar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22008" y="4325112"/>
            <a:ext cx="256032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3364D"/>
                </a:solidFill>
              </a:rPr>
              <a:t>Comunica lo ocurrido de forma clara y facilita el seguimiento posterior del evento.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554480" y="5715000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B4B"/>
                </a:solidFill>
              </a:rPr>
              <a:t>La brigada no reemplaza la atención profesional ni debe realizar procedimientos para los que no está entrenada.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Secuencia básica de actuación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Primero seguridad; después apoyo y activación de la ruta correspondiente.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25296" y="1645920"/>
            <a:ext cx="658368" cy="658368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5296" y="1819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PROTEGER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23364D"/>
                </a:solidFill>
              </a:rPr>
              <a:t>Verifica riesgos para ti, la persona afectada y los demás.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2542032" y="1828800"/>
            <a:ext cx="274320" cy="347472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9584" y="1645920"/>
            <a:ext cx="658368" cy="658368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819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44368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VALORAR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44368" y="2907792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23364D"/>
                </a:solidFill>
              </a:rPr>
              <a:t>Observa el estado general y reconoce signos de alarma sin realizar diagnósticos.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4846320" y="1828800"/>
            <a:ext cx="274320" cy="347472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33872" y="1645920"/>
            <a:ext cx="658368" cy="658368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819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48656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ALERTAR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48656" y="2907792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23364D"/>
                </a:solidFill>
              </a:rPr>
              <a:t>Informa y activa la ruta interna o el Sistema de Emergencias Médicas según la situación.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7150608" y="1828800"/>
            <a:ext cx="274320" cy="347472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45920"/>
            <a:ext cx="658368" cy="658368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819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52944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APOYAR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52944" y="2907792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23364D"/>
                </a:solidFill>
              </a:rPr>
              <a:t>Brinda únicamente las medidas para las que estás capacitado y cuenta con elementos adecuados.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9454896" y="1828800"/>
            <a:ext cx="274320" cy="347472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42448" y="1645920"/>
            <a:ext cx="658368" cy="658368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42448" y="18196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857232" y="25420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ENTREGAR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857232" y="2907792"/>
            <a:ext cx="1828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23364D"/>
                </a:solidFill>
              </a:rPr>
              <a:t>Facilita la información al personal asistencial y registra lo sucedido.</a:t>
            </a:r>
            <a:endParaRPr lang="en-US" sz="1170" dirty="0"/>
          </a:p>
        </p:txBody>
      </p:sp>
      <p:sp>
        <p:nvSpPr>
          <p:cNvPr id="28" name="Shape 26"/>
          <p:cNvSpPr/>
          <p:nvPr/>
        </p:nvSpPr>
        <p:spPr>
          <a:xfrm>
            <a:off x="1051560" y="4892040"/>
            <a:ext cx="10058400" cy="960120"/>
          </a:xfrm>
          <a:prstGeom prst="roundRect">
            <a:avLst>
              <a:gd name="adj" fmla="val 7619"/>
            </a:avLst>
          </a:prstGeom>
          <a:solidFill>
            <a:srgbClr val="EAF7FA"/>
          </a:solidFill>
          <a:ln w="15240">
            <a:solidFill>
              <a:srgbClr val="BF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5157216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B6D"/>
                </a:solidFill>
              </a:rPr>
              <a:t>Evita: automedicar, mover innecesariamente a una persona lesionada, exponerte a fluidos sin protección o retrasar la solicitud de ayuda profesional.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Compromiso de la brigada de salud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Una respuesta organizada comienza con preparación, comunicación y límites claros.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0749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5240">
            <a:solidFill>
              <a:srgbClr val="D5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D"/>
                </a:solidFill>
              </a:rPr>
              <a:t>Buenas prácticas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25420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3364D"/>
                </a:solidFill>
              </a:rPr>
              <a:t>• Conocer las rutas internas de atención y emergencia.</a:t>
            </a:r>
            <a:endParaRPr lang="en-US" sz="1420" dirty="0"/>
          </a:p>
        </p:txBody>
      </p:sp>
      <p:sp>
        <p:nvSpPr>
          <p:cNvPr id="7" name="Text 5"/>
          <p:cNvSpPr/>
          <p:nvPr/>
        </p:nvSpPr>
        <p:spPr>
          <a:xfrm>
            <a:off x="1234440" y="31089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3364D"/>
                </a:solidFill>
              </a:rPr>
              <a:t>• Mantener disponibles los elementos asignados a la brigada.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234440" y="36758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3364D"/>
                </a:solidFill>
              </a:rPr>
              <a:t>• Participar en capacitaciones y simulacros.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1234440" y="424281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3364D"/>
                </a:solidFill>
              </a:rPr>
              <a:t>• Aplicar bioseguridad durante la atención inicial.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1234440" y="48097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23364D"/>
                </a:solidFill>
              </a:rPr>
              <a:t>• Reportar y hacer seguimiento a las situaciones atendidas.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166360" cy="4069080"/>
          </a:xfrm>
          <a:prstGeom prst="roundRect">
            <a:avLst>
              <a:gd name="adj" fmla="val 2247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1488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COMPROMISO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12280" y="2743200"/>
            <a:ext cx="4069080" cy="1691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830" i="1" dirty="0">
                <a:solidFill>
                  <a:srgbClr val="FFFFFF"/>
                </a:solidFill>
              </a:rPr>
              <a:t>“Actuar de forma segura y oportuna, brindar apoyo inicial dentro de mis competencias y activar la ruta de atención cuando una situación supere mi capacidad de respuesta.”</a:t>
            </a:r>
            <a:endParaRPr lang="en-US" sz="1830" dirty="0"/>
          </a:p>
        </p:txBody>
      </p:sp>
      <p:sp>
        <p:nvSpPr>
          <p:cNvPr id="14" name="Text 12"/>
          <p:cNvSpPr/>
          <p:nvPr/>
        </p:nvSpPr>
        <p:spPr>
          <a:xfrm>
            <a:off x="6675120" y="4892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9C3D0"/>
                </a:solidFill>
              </a:rPr>
              <a:t>Cuidar con seguridad también es reconocer los límites.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Brigada de salud - SanitHelp</dc:title>
  <dc:subject>Brigada de salud</dc:subject>
  <dc:creator>OpenAI</dc:creator>
  <cp:lastModifiedBy>OpenAI</cp:lastModifiedBy>
  <cp:revision>1</cp:revision>
  <dcterms:created xsi:type="dcterms:W3CDTF">2026-10-27T15:34:26Z</dcterms:created>
  <dcterms:modified xsi:type="dcterms:W3CDTF">2026-10-27T15:34:26Z</dcterms:modified>
</cp:coreProperties>
</file>